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57" r:id="rId8"/>
    <p:sldId id="1906872563" r:id="rId9"/>
    <p:sldId id="1906872569" r:id="rId10"/>
    <p:sldId id="1906872571" r:id="rId20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5.emf"/><Relationship Id="rId4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 xml:space="preserve">Moment/ Topic </a:t>
            </a:r>
            <a:br>
              <a:rPr lang="en-US"/>
            </a:br>
            <a:r>
              <a:rPr lang="en-US"/>
              <a:t xml:space="preserve"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 xml:space="preserve">Click to add Title at 18 </a:t>
            </a:r>
            <a:r>
              <a:rPr lang="en-US" err="1"/>
              <a:t>pt</a:t>
            </a:r>
            <a:r>
              <a:rPr lang="en-US"/>
              <a:t xml:space="preserve"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 xml:space="preserve"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 xml:space="preserve"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 xml:space="preserve"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 xml:space="preserve"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 xml:space="preserve"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 xml:space="preserve"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 xml:space="preserve"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 xml:space="preserve"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 xml:space="preserve"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 xml:space="preserve"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 xml:space="preserve"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 xml:space="preserve"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 xml:space="preserve">Click to edit Master text styles. Lorem ipsum dolor sit </a:t>
            </a:r>
            <a:r>
              <a:rPr lang="en-US" err="1"/>
              <a:t>amet</a:t>
            </a:r>
            <a:r>
              <a:rPr lang="en-US"/>
              <a:t xml:space="preserve">, </a:t>
            </a:r>
            <a:r>
              <a:rPr lang="en-US" err="1"/>
              <a:t>consectetur</a:t>
            </a:r>
            <a:r>
              <a:rPr lang="en-US"/>
              <a:t xml:space="preserve"> </a:t>
            </a:r>
            <a:r>
              <a:rPr lang="en-US" err="1"/>
              <a:t>adipiscing</a:t>
            </a:r>
            <a:r>
              <a:rPr lang="en-US"/>
              <a:t xml:space="preserve"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 xml:space="preserve">Place subtitle here in </a:t>
            </a:r>
            <a:r>
              <a:rPr lang="en-GB" err="1"/>
              <a:t>Graphik</a:t>
            </a:r>
            <a:r>
              <a:rPr lang="en-GB"/>
              <a:t xml:space="preserve"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 xml:space="preserve">Place sub-headline </a:t>
            </a:r>
            <a:r>
              <a:rPr lang="en-GB"/>
              <a:t xml:space="preserve"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 xml:space="preserve">Place sub-headline </a:t>
            </a:r>
            <a:r>
              <a:rPr lang="en-GB"/>
              <a:t xml:space="preserve"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 xml:space="preserve">Place sub-headline </a:t>
            </a:r>
            <a:r>
              <a:rPr lang="en-GB"/>
              <a:t xml:space="preserve"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 xml:space="preserve">Place sub-headline </a:t>
            </a:r>
            <a:r>
              <a:rPr lang="en-GB"/>
              <a:t xml:space="preserve"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 xml:space="preserve">Place sub-headline </a:t>
            </a:r>
            <a:r>
              <a:rPr lang="en-GB"/>
              <a:t xml:space="preserve"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 xml:space="preserve">Place headline in </a:t>
            </a:r>
            <a:r>
              <a:rPr lang="en-US" err="1"/>
              <a:t>Graphik</a:t>
            </a:r>
            <a:r>
              <a:rPr lang="en-US"/>
              <a:t xml:space="preserve"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 xml:space="preserve"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 xml:space="preserve"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 xml:space="preserve">Place headline in </a:t>
            </a:r>
            <a:r>
              <a:rPr lang="en-US" err="1"/>
              <a:t>Graphik</a:t>
            </a:r>
            <a:r>
              <a:rPr lang="en-US"/>
              <a:t xml:space="preserve"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 xml:space="preserve"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 xml:space="preserve"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21" Type="http://schemas.openxmlformats.org/officeDocument/2006/relationships/image" Target="../media/image7.png"/><Relationship Id="rId22" Type="http://schemas.openxmlformats.org/officeDocument/2006/relationships/image" Target="../media/image8.png"/><Relationship Id="rId23" Type="http://schemas.openxmlformats.org/officeDocument/2006/relationships/image" Target="../media/image9.png"/><Relationship Id="rId24" Type="http://schemas.openxmlformats.org/officeDocument/2006/relationships/image" Target="../media/image10.png"/><Relationship Id="rId25" Type="http://schemas.openxmlformats.org/officeDocument/2006/relationships/image" Target="../media/image11.png"/><Relationship Id="rId26" Type="http://schemas.openxmlformats.org/officeDocument/2006/relationships/image" Target="../media/image12.png"/><Relationship Id="rId27" Type="http://schemas.openxmlformats.org/officeDocument/2006/relationships/image" Target="../media/image13.png"/><Relationship Id="rId28" Type="http://schemas.openxmlformats.org/officeDocument/2006/relationships/image" Target="../media/image1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99.xml"/><Relationship Id="rId55" Type="http://schemas.openxmlformats.org/officeDocument/2006/relationships/slideLayout" Target="../slideLayouts/slideLayout100.xml"/><Relationship Id="rId56" Type="http://schemas.openxmlformats.org/officeDocument/2006/relationships/slideLayout" Target="../slideLayouts/slideLayout101.xml"/><Relationship Id="rId57" Type="http://schemas.openxmlformats.org/officeDocument/2006/relationships/slideLayout" Target="../slideLayouts/slideLayout102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 xml:space="preserve"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 xml:space="preserve"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 xml:space="preserve"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 xml:space="preserve"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26080" y="6446520"/>
            <a:ext cx="6309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ControlPlane  ·  ControlPlane.ai  ·  Accenture Innovation Challenge 2026</a:t>
            </a:r>
          </a:p>
        </p:txBody>
      </p:sp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solidFill>
                  <a:srgbClr val="FFFFFF"/>
                </a:solidFill>
                <a:latin typeface="Arial"/>
              </a:rPr>
              <a:t>DH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solidFill>
                  <a:srgbClr val="FFFFFF"/>
                </a:solidFill>
                <a:latin typeface="Arial"/>
              </a:rPr>
              <a:t>CS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 wrap="square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800" b="1">
                <a:solidFill>
                  <a:srgbClr val="A100FF"/>
                </a:solidFill>
                <a:latin typeface="Arial"/>
              </a:rPr>
              <a:t>Choda Srujan Sai  ·  Team Leader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 wrap="square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800" b="1">
                <a:solidFill>
                  <a:srgbClr val="A100FF"/>
                </a:solidFill>
                <a:latin typeface="Arial"/>
              </a:rPr>
              <a:t>Dhrithika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ControlPlane</a:t>
                      </a: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0">
                <a:solidFill>
                  <a:srgbClr val="000000"/>
                </a:solidFill>
                <a:latin typeface="Arial"/>
              </a:rPr>
              <a:t>College:  IIT Gandhinagar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Stream:  CSE (Civil Engg. minor)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Year of graduation:  2027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0">
                <a:solidFill>
                  <a:srgbClr val="000000"/>
                </a:solidFill>
                <a:latin typeface="Arial"/>
              </a:rPr>
              <a:t>College:  IIT Gandhinagar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Stream:  CSE (Dual Degree, 5-yr)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Year of graduation:  2028</a:t>
            </a:r>
          </a:p>
        </p:txBody>
      </p:sp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D01820"/>
                </a:solidFill>
                <a:latin typeface="Arial"/>
              </a:rPr>
              <a:t>CONTROLPLANE.AI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Now nothing acts until it can prove it should.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8790"/>
                </a:solidFill>
                <a:latin typeface="Arial"/>
              </a:rPr>
              <a:t>no span → no execution  ·  hold / escalate  ·  publish the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Gupta, Sumit</cp:lastModifiedBy>
  <cp:revision>3</cp:revision>
  <dcterms:created xsi:type="dcterms:W3CDTF">2026-07-24T04:09:52Z</dcterms:created>
  <dcterms:modified xsi:type="dcterms:W3CDTF">2026-08-12T11:52:50Z</dcterms:modified>
</cp:coreProperties>
</file>
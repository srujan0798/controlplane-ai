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61504"/>
            <a:ext cx="15819120" cy="141732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Gate report: empty schema. The emptiness is the claim.</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2026-08-23T12:22:57Z</dcterms:created>
  <dcterms:modified xsi:type="dcterms:W3CDTF">2026-08-23T12:22:57Z</dcterms:modified>
</cp:coreProperties>
</file>